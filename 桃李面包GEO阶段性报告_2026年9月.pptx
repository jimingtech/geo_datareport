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</p:sldIdLst>
  <p:notesMasterIdLst>
    <p:notesMasterId r:id="rId4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notesMaster" Target="notesMasters/notesMaster1.xml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38</Slides>
  <Notes>38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2026-09-24T15:18:22Z</dcterms:created>
  <dcterms:modified xsi:type="dcterms:W3CDTF">2026-09-24T15:18:22Z</dcterms:modified>
</cp:coreProperties>
</file>